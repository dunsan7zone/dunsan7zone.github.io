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BEEA97-9928-4800-B38A-7BFB2893ED16}">
          <p14:sldIdLst>
            <p14:sldId id="256"/>
            <p14:sldId id="258"/>
          </p14:sldIdLst>
        </p14:section>
        <p14:section name="제목 없는 구역" id="{34C186C5-E1C8-47D9-8229-28B8AC00E3E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5A8"/>
    <a:srgbClr val="E9C9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9" d="100"/>
          <a:sy n="49" d="100"/>
        </p:scale>
        <p:origin x="2813" y="67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7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23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6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2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85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34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3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3" y="4453470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5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5" y="4453470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31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84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41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70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53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97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83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5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89EA9-3A2E-4FCF-8CEC-677B3A90591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5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5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B1DE8-4F8C-46F7-8219-842E30207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7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996CB1-A5C9-40EE-9A4D-EA326D822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0"/>
            <a:ext cx="685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873B37-1DED-46E0-AADA-C913983C0F0F}"/>
              </a:ext>
            </a:extLst>
          </p:cNvPr>
          <p:cNvSpPr txBox="1"/>
          <p:nvPr/>
        </p:nvSpPr>
        <p:spPr>
          <a:xfrm>
            <a:off x="2050257" y="2038084"/>
            <a:ext cx="27574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b="1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둔산 재건축 </a:t>
            </a:r>
            <a:br>
              <a:rPr lang="en-US" altLang="ko-KR" sz="3000" b="1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3000" b="1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선도지구 </a:t>
            </a:r>
            <a:r>
              <a:rPr lang="en-US" altLang="ko-KR" sz="3000" b="1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7</a:t>
            </a:r>
            <a:r>
              <a:rPr lang="ko-KR" altLang="en-US" sz="3000" b="1">
                <a:ln w="0"/>
                <a:gradFill flip="none" rotWithShape="1">
                  <a:gsLst>
                    <a:gs pos="0">
                      <a:srgbClr val="E9C992">
                        <a:lumMod val="78000"/>
                      </a:srgbClr>
                    </a:gs>
                    <a:gs pos="40000">
                      <a:srgbClr val="F2D5A8">
                        <a:lumMod val="91000"/>
                      </a:srgbClr>
                    </a:gs>
                    <a:gs pos="72000">
                      <a:srgbClr val="F2D5A8">
                        <a:lumMod val="62000"/>
                        <a:lumOff val="38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구역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10F7B94-F9D5-4E2C-AD75-0E170A3B787C}"/>
              </a:ext>
            </a:extLst>
          </p:cNvPr>
          <p:cNvSpPr/>
          <p:nvPr/>
        </p:nvSpPr>
        <p:spPr>
          <a:xfrm>
            <a:off x="1117600" y="3053747"/>
            <a:ext cx="4521200" cy="45719"/>
          </a:xfrm>
          <a:prstGeom prst="ellipse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A7281-2025-4A7C-A6FF-CA364A9A9A9C}"/>
              </a:ext>
            </a:extLst>
          </p:cNvPr>
          <p:cNvSpPr txBox="1"/>
          <p:nvPr/>
        </p:nvSpPr>
        <p:spPr>
          <a:xfrm>
            <a:off x="1312879" y="3143026"/>
            <a:ext cx="4232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60">
                <a:ln w="0"/>
                <a:solidFill>
                  <a:schemeClr val="bg1"/>
                </a:solidFill>
                <a:effectLst>
                  <a:outerShdw blurRad="114300" dist="76200" dir="2700000" sx="101000" sy="101000" algn="tl" rotWithShape="0">
                    <a:prstClr val="black">
                      <a:alpha val="35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둔산을 선도하는 최고의 명품 주거단지로의 출발</a:t>
            </a:r>
          </a:p>
        </p:txBody>
      </p:sp>
    </p:spTree>
    <p:extLst>
      <p:ext uri="{BB962C8B-B14F-4D97-AF65-F5344CB8AC3E}">
        <p14:creationId xmlns:p14="http://schemas.microsoft.com/office/powerpoint/2010/main" val="3895805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66F6C-806B-4BA4-B3B2-2D0D28FD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7C596-8251-48FB-973C-12E2E78A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A3084B-90E4-407D-8031-F7B7E994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219"/>
            <a:ext cx="6858000" cy="10290049"/>
          </a:xfrm>
          <a:prstGeom prst="rect">
            <a:avLst/>
          </a:prstGeom>
          <a:ln>
            <a:noFill/>
          </a:ln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24996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02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12</Words>
  <Application>Microsoft Office PowerPoint</Application>
  <PresentationFormat>와이드스크린</PresentationFormat>
  <Paragraphs>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에스코어 드림 5 Medium</vt:lpstr>
      <vt:lpstr>에스코어 드림 8 Heavy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2026-03-04T07:16:09Z</dcterms:created>
  <dcterms:modified xsi:type="dcterms:W3CDTF">2026-03-04T08:17:01Z</dcterms:modified>
</cp:coreProperties>
</file>