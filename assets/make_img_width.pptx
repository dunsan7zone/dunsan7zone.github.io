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4" y="31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4C833-44B7-49BE-BFF1-3ED628D9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41DA3A-5908-44E7-B761-C71AA3B68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8AB91-EB1E-4915-BD2E-CEB37BB1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2E748-1BD0-4FDD-A0EF-8E47C94A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F7ED8F-9C05-4D6B-8235-8D0411E0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3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75733-50A0-462C-AAE2-8FE9AEBC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5CDCD-9C8E-4242-9138-4AEF615A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C30685-7238-4AFC-8E91-0985D362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9524-9FFA-453D-B987-C98DD3AD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3DF17-8E88-4EE4-AE89-96F3687F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1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A7D77-ED00-4E01-9B7C-0BFEAE56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9EEA3-7155-4708-9293-23FA9B70C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665B-831A-4DB2-B44D-FF12AE6D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7590B9-634C-4466-9B72-454D4BEA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BDB30-0946-4FA7-977B-7C1AAFE6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48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8D63F-6B40-4DB3-8370-137AA4CE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66038-E126-4E43-B40C-D8938A71F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82E145-B25C-4069-938B-C7A5C884C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103DC-EA73-4365-BD67-4053FF34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B80ACA-0DD2-4464-9B1A-5BDB4888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8D8864-CDDD-4BC2-9141-1EB315F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47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C943A-BEE3-433D-BDDC-DC4E2EB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019FC-387C-4F05-A8E3-89E6D3784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D4639E-03F9-4A27-912F-48FFA157E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26364E-2B31-43AF-B130-BD7D77E99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0F7636-F86A-44B1-8616-D1CE93135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90BEF7-493D-4176-BE87-C7997BFF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323F37-87E9-4D98-8F96-2038BC46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1ECE55-7CAE-4B80-890D-AA32DD4F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918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DC796-44FB-44B4-BC74-A746E267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F4A828-1156-49F7-AD12-DF371F88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00BBC8-3E4C-4227-9C84-223A209D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DD6464-FCCB-4740-935F-74E0D881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62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18175B-BD82-4261-815E-BA7DE504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C46DC4-CBBD-4E01-8FC0-2DFA592C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A7FE92-C9CE-4294-B415-24116BB3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81F1F-137E-4993-8BD0-B540F7B6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1C0F0E-DB9D-4812-AE57-350833028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94EF21-BEF2-4982-BD5C-08A7AE5FD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AAE4C5-B878-4F13-B55C-3976D1EF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FCD93-ABE1-44F5-825A-576C32F5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6A103C-8D87-4AD6-B6DA-C8799253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30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6A09E-84F5-4A60-9537-1361BDAF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C20EE9-53DC-4903-818B-CFF4F4A2E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33DEF-C069-4657-A658-B5D25C590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36487-EC22-4972-BC62-3533D308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A6112A-4D34-4631-AC2E-2D8D2FA4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7E3DF5-0057-407E-A109-D52220ED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44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929AA-C4F4-4E1D-BCD9-06CB3B13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091AC8-4D91-430D-8E09-E76B52281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FED59-3361-400D-AED0-597A61DF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CA0E7-285B-4976-A9EE-3AD24A3A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E6326-9E4D-4582-BC5F-68EE69BB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E75D68-67F1-48D6-A03E-926E02888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0E75BC-9C98-4092-9325-B68437AE8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3FB2D-CD8F-43F4-BFEB-FF057D65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CE276-3148-4FB0-8B67-875C1EF1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9D5F06-CFA2-4B3F-B2B4-DFAA12FA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D8A401-A6F2-4C93-ABBB-35F177D6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6A88EB-DF0D-4B87-BB29-547B06DF0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0AA06-CFA6-4A61-AAD2-592CB6A25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5FDDA-A376-4C5F-A9D9-8340FC2896E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3BA96-98F0-4216-A05E-E9E6B6A1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259A3-E21F-4F03-8329-DB99CD6E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96DFE-7A91-4C41-9CA2-557F2A7E0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81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C45D7B-DF9F-4E6D-A9EE-B3B6EAA52F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2"/>
          <a:stretch/>
        </p:blipFill>
        <p:spPr>
          <a:xfrm>
            <a:off x="952500" y="701040"/>
            <a:ext cx="10287000" cy="6156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5AED23-71C5-406B-BC1E-CF23E4DBF0BB}"/>
              </a:ext>
            </a:extLst>
          </p:cNvPr>
          <p:cNvSpPr txBox="1"/>
          <p:nvPr/>
        </p:nvSpPr>
        <p:spPr>
          <a:xfrm>
            <a:off x="3624810" y="1238108"/>
            <a:ext cx="49423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b="1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둔산 재건축 </a:t>
            </a:r>
            <a:r>
              <a:rPr lang="ko-KR" altLang="en-US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선도지구 </a:t>
            </a:r>
            <a:r>
              <a:rPr lang="en-US" altLang="ko-KR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7</a:t>
            </a:r>
            <a:r>
              <a:rPr lang="ko-KR" altLang="en-US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구역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E2CB9FF-DD9C-41C3-8F53-E769D95CD894}"/>
              </a:ext>
            </a:extLst>
          </p:cNvPr>
          <p:cNvSpPr/>
          <p:nvPr/>
        </p:nvSpPr>
        <p:spPr>
          <a:xfrm>
            <a:off x="3832976" y="1792106"/>
            <a:ext cx="4521200" cy="45719"/>
          </a:xfrm>
          <a:prstGeom prst="ellipse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A3CD1-CD4A-4A65-890E-BB9584B368ED}"/>
              </a:ext>
            </a:extLst>
          </p:cNvPr>
          <p:cNvSpPr txBox="1"/>
          <p:nvPr/>
        </p:nvSpPr>
        <p:spPr>
          <a:xfrm>
            <a:off x="3979879" y="1881385"/>
            <a:ext cx="4232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60" dirty="0" err="1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둔산을</a:t>
            </a:r>
            <a:r>
              <a:rPr lang="ko-KR" altLang="en-US" sz="1600" spc="-60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선도하는 최고의 명품 주거단지로의 출발</a:t>
            </a:r>
          </a:p>
        </p:txBody>
      </p:sp>
    </p:spTree>
    <p:extLst>
      <p:ext uri="{BB962C8B-B14F-4D97-AF65-F5344CB8AC3E}">
        <p14:creationId xmlns:p14="http://schemas.microsoft.com/office/powerpoint/2010/main" val="74283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7BE28B-57B7-4AF0-BE1A-C50176E14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30" y="350253"/>
            <a:ext cx="10290940" cy="615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C78A6A-77FF-4FF5-9DFA-9346AB4621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408"/>
          <a:stretch/>
        </p:blipFill>
        <p:spPr>
          <a:xfrm>
            <a:off x="950530" y="350253"/>
            <a:ext cx="10290940" cy="200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0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C45D7B-DF9F-4E6D-A9EE-B3B6EAA52F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2"/>
          <a:stretch/>
        </p:blipFill>
        <p:spPr>
          <a:xfrm>
            <a:off x="952500" y="965200"/>
            <a:ext cx="10287000" cy="1960880"/>
          </a:xfrm>
          <a:prstGeom prst="rect">
            <a:avLst/>
          </a:prstGeom>
        </p:spPr>
      </p:pic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DBD8882A-EB9C-4A6A-AF5B-D0EFA3CE7307}"/>
              </a:ext>
            </a:extLst>
          </p:cNvPr>
          <p:cNvSpPr/>
          <p:nvPr/>
        </p:nvSpPr>
        <p:spPr>
          <a:xfrm>
            <a:off x="3552154" y="1451746"/>
            <a:ext cx="5041670" cy="1209040"/>
          </a:xfrm>
          <a:prstGeom prst="snip2Diag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AED23-71C5-406B-BC1E-CF23E4DBF0BB}"/>
              </a:ext>
            </a:extLst>
          </p:cNvPr>
          <p:cNvSpPr txBox="1"/>
          <p:nvPr/>
        </p:nvSpPr>
        <p:spPr>
          <a:xfrm>
            <a:off x="3624810" y="1502268"/>
            <a:ext cx="49423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b="1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둔산 재건축 </a:t>
            </a:r>
            <a:r>
              <a:rPr lang="ko-KR" altLang="en-US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선도지구 </a:t>
            </a:r>
            <a:r>
              <a:rPr lang="en-US" altLang="ko-KR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7</a:t>
            </a:r>
            <a:r>
              <a:rPr lang="ko-KR" altLang="en-US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구역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E2CB9FF-DD9C-41C3-8F53-E769D95CD894}"/>
              </a:ext>
            </a:extLst>
          </p:cNvPr>
          <p:cNvSpPr/>
          <p:nvPr/>
        </p:nvSpPr>
        <p:spPr>
          <a:xfrm>
            <a:off x="3832976" y="2056266"/>
            <a:ext cx="4521200" cy="45719"/>
          </a:xfrm>
          <a:prstGeom prst="ellipse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A3CD1-CD4A-4A65-890E-BB9584B368ED}"/>
              </a:ext>
            </a:extLst>
          </p:cNvPr>
          <p:cNvSpPr txBox="1"/>
          <p:nvPr/>
        </p:nvSpPr>
        <p:spPr>
          <a:xfrm>
            <a:off x="3979879" y="2145545"/>
            <a:ext cx="4232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60" dirty="0" err="1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둔산을</a:t>
            </a:r>
            <a:r>
              <a:rPr lang="ko-KR" altLang="en-US" sz="1600" spc="-60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선도하는 최고의 명품 주거단지로의 출발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826374-2B1F-44BE-9AB4-DA7F3FCDA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30" y="4063195"/>
            <a:ext cx="10290940" cy="19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6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E2462A9-E1F7-D889-CC75-4E83734BB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30" y="965200"/>
            <a:ext cx="10287000" cy="19608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C8A1D7C-3382-BEA1-3ED6-8D0BA092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4" b="8571"/>
          <a:stretch>
            <a:fillRect/>
          </a:stretch>
        </p:blipFill>
        <p:spPr>
          <a:xfrm>
            <a:off x="950530" y="4000456"/>
            <a:ext cx="10287000" cy="195620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F3B175D-C577-0F9E-33E9-51FD145A934C}"/>
              </a:ext>
            </a:extLst>
          </p:cNvPr>
          <p:cNvSpPr/>
          <p:nvPr/>
        </p:nvSpPr>
        <p:spPr>
          <a:xfrm>
            <a:off x="950529" y="4000457"/>
            <a:ext cx="10286999" cy="50828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3AB85C-178A-A9F8-A54C-997A15805B34}"/>
              </a:ext>
            </a:extLst>
          </p:cNvPr>
          <p:cNvSpPr txBox="1"/>
          <p:nvPr/>
        </p:nvSpPr>
        <p:spPr>
          <a:xfrm>
            <a:off x="6266573" y="4000456"/>
            <a:ext cx="49423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b="1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둔산 재건축 </a:t>
            </a:r>
            <a:r>
              <a:rPr lang="ko-KR" altLang="en-US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선도지구 </a:t>
            </a:r>
            <a:r>
              <a:rPr lang="en-US" altLang="ko-KR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7</a:t>
            </a:r>
            <a:r>
              <a:rPr lang="ko-KR" altLang="en-US" sz="3000" b="1" dirty="0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구역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E3F26-B720-2509-54AC-053CD2BDAD7D}"/>
              </a:ext>
            </a:extLst>
          </p:cNvPr>
          <p:cNvSpPr txBox="1"/>
          <p:nvPr/>
        </p:nvSpPr>
        <p:spPr>
          <a:xfrm>
            <a:off x="969577" y="4077400"/>
            <a:ext cx="5547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60" dirty="0" err="1">
                <a:ln w="0"/>
                <a:solidFill>
                  <a:schemeClr val="tx2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둔산을</a:t>
            </a:r>
            <a:r>
              <a:rPr lang="ko-KR" altLang="en-US" sz="2000" spc="-60" dirty="0">
                <a:ln w="0"/>
                <a:solidFill>
                  <a:schemeClr val="tx2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선도하는 최고의 명품 주거단지로의 출발</a:t>
            </a:r>
            <a:r>
              <a:rPr lang="ko-KR" altLang="en-US" sz="2000" spc="-60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2000" spc="-60" dirty="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-</a:t>
            </a:r>
            <a:endParaRPr lang="ko-KR" altLang="en-US" sz="2000" spc="-60" dirty="0">
              <a:ln w="0"/>
              <a:solidFill>
                <a:schemeClr val="bg1"/>
              </a:solidFill>
              <a:effectLst>
                <a:outerShdw blurRad="114300" dist="76200" dir="2700000" sx="101000" sy="101000" algn="tl" rotWithShape="0">
                  <a:prstClr val="black">
                    <a:alpha val="35000"/>
                  </a:prstClr>
                </a:outerShdw>
              </a:effectLst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7D82B3-7A67-5C07-CE5E-9329526F3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20" y="2898559"/>
            <a:ext cx="10303133" cy="20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54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</Words>
  <Application>Microsoft Office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에스코어 드림 5 Medium</vt:lpstr>
      <vt:lpstr>에스코어 드림 8 Heavy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김판기</cp:lastModifiedBy>
  <cp:revision>4</cp:revision>
  <dcterms:created xsi:type="dcterms:W3CDTF">2026-03-04T07:44:43Z</dcterms:created>
  <dcterms:modified xsi:type="dcterms:W3CDTF">2026-03-22T14:30:42Z</dcterms:modified>
</cp:coreProperties>
</file>