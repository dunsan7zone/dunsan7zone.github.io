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62" y="67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4C833-44B7-49BE-BFF1-3ED628D9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41DA3A-5908-44E7-B761-C71AA3B68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F8AB91-EB1E-4915-BD2E-CEB37BB1C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22E748-1BD0-4FDD-A0EF-8E47C94AC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F7ED8F-9C05-4D6B-8235-8D0411E09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532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75733-50A0-462C-AAE2-8FE9AEBCD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5CDCD-9C8E-4242-9138-4AEF615A6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C30685-7238-4AFC-8E91-0985D3624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429524-9FFA-453D-B987-C98DD3AD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63DF17-8E88-4EE4-AE89-96F3687FA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11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A7D77-ED00-4E01-9B7C-0BFEAE569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B9EEA3-7155-4708-9293-23FA9B70C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0E665B-831A-4DB2-B44D-FF12AE6D9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7590B9-634C-4466-9B72-454D4BEA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DBDB30-0946-4FA7-977B-7C1AAFE67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6488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F8D63F-6B40-4DB3-8370-137AA4CE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F66038-E126-4E43-B40C-D8938A71F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82E145-B25C-4069-938B-C7A5C884C9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D103DC-EA73-4365-BD67-4053FF344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B80ACA-0DD2-4464-9B1A-5BDB48885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8D8864-CDDD-4BC2-9141-1EB315F3E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8470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0C943A-BEE3-433D-BDDC-DC4E2EB67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3019FC-387C-4F05-A8E3-89E6D3784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D4639E-03F9-4A27-912F-48FFA157E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26364E-2B31-43AF-B130-BD7D77E99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10F7636-F86A-44B1-8616-D1CE931356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290BEF7-493D-4176-BE87-C7997BFF4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F323F37-87E9-4D98-8F96-2038BC467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C1ECE55-7CAE-4B80-890D-AA32DD4F3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918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DC796-44FB-44B4-BC74-A746E2674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F4A828-1156-49F7-AD12-DF371F88E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00BBC8-3E4C-4227-9C84-223A209DF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DD6464-FCCB-4740-935F-74E0D8819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621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518175B-BD82-4261-815E-BA7DE5045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C46DC4-CBBD-4E01-8FC0-2DFA592C2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A7FE92-C9CE-4294-B415-24116BB39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3709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81F1F-137E-4993-8BD0-B540F7B6C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1C0F0E-DB9D-4812-AE57-350833028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4EF21-BEF2-4982-BD5C-08A7AE5FDB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AAE4C5-B878-4F13-B55C-3976D1EF2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AFCD93-ABE1-44F5-825A-576C32F51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6A103C-8D87-4AD6-B6DA-C87992535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300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6A09E-84F5-4A60-9537-1361BDAF3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CC20EE9-53DC-4903-818B-CFF4F4A2E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933DEF-C069-4657-A658-B5D25C5904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36487-EC22-4972-BC62-3533D308D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A6112A-4D34-4631-AC2E-2D8D2FA46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7E3DF5-0057-407E-A109-D52220EDE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449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B929AA-C4F4-4E1D-BCD9-06CB3B13E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091AC8-4D91-430D-8E09-E76B522812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EFED59-3361-400D-AED0-597A61DF1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ACA0E7-285B-4976-A9EE-3AD24A3A8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0E6326-9E4D-4582-BC5F-68EE69BB3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6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E75D68-67F1-48D6-A03E-926E02888E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0E75BC-9C98-4092-9325-B68437AE8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E3FB2D-CD8F-43F4-BFEB-FF057D65F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ECE276-3148-4FB0-8B67-875C1EF1A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9D5F06-CFA2-4B3F-B2B4-DFAA12FA5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826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9D8A401-A6F2-4C93-ABBB-35F177D69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6A88EB-DF0D-4B87-BB29-547B06DF0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90AA06-CFA6-4A61-AAD2-592CB6A258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15FDDA-A376-4C5F-A9D9-8340FC2896E7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3BA96-98F0-4216-A05E-E9E6B6A10D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F259A3-E21F-4F03-8329-DB99CD6EB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7812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C45D7B-DF9F-4E6D-A9EE-B3B6EAA52F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2"/>
          <a:stretch/>
        </p:blipFill>
        <p:spPr>
          <a:xfrm>
            <a:off x="952500" y="701040"/>
            <a:ext cx="10287000" cy="6156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5AED23-71C5-406B-BC1E-CF23E4DBF0BB}"/>
              </a:ext>
            </a:extLst>
          </p:cNvPr>
          <p:cNvSpPr txBox="1"/>
          <p:nvPr/>
        </p:nvSpPr>
        <p:spPr>
          <a:xfrm>
            <a:off x="3624810" y="1238108"/>
            <a:ext cx="494238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b="1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둔산 재건축 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선도지구 </a:t>
            </a:r>
            <a:r>
              <a:rPr lang="en-US" altLang="ko-KR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7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구역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E2CB9FF-DD9C-41C3-8F53-E769D95CD894}"/>
              </a:ext>
            </a:extLst>
          </p:cNvPr>
          <p:cNvSpPr/>
          <p:nvPr/>
        </p:nvSpPr>
        <p:spPr>
          <a:xfrm>
            <a:off x="3832976" y="1792106"/>
            <a:ext cx="4521200" cy="45719"/>
          </a:xfrm>
          <a:prstGeom prst="ellipse">
            <a:avLst/>
          </a:prstGeom>
          <a:solidFill>
            <a:schemeClr val="bg1">
              <a:alpha val="6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6A3CD1-CD4A-4A65-890E-BB9584B368ED}"/>
              </a:ext>
            </a:extLst>
          </p:cNvPr>
          <p:cNvSpPr txBox="1"/>
          <p:nvPr/>
        </p:nvSpPr>
        <p:spPr>
          <a:xfrm>
            <a:off x="3979879" y="1881385"/>
            <a:ext cx="4232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spc="-60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둔산을 선도하는 최고의 명품 주거단지로의 출발</a:t>
            </a:r>
          </a:p>
        </p:txBody>
      </p:sp>
    </p:spTree>
    <p:extLst>
      <p:ext uri="{BB962C8B-B14F-4D97-AF65-F5344CB8AC3E}">
        <p14:creationId xmlns:p14="http://schemas.microsoft.com/office/powerpoint/2010/main" val="742836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D7BE28B-57B7-4AF0-BE1A-C50176E14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30" y="350253"/>
            <a:ext cx="10290940" cy="615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6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9C78A6A-77FF-4FF5-9DFA-9346AB4621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7408"/>
          <a:stretch/>
        </p:blipFill>
        <p:spPr>
          <a:xfrm>
            <a:off x="950530" y="350253"/>
            <a:ext cx="10290940" cy="200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06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C45D7B-DF9F-4E6D-A9EE-B3B6EAA52F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2"/>
          <a:stretch/>
        </p:blipFill>
        <p:spPr>
          <a:xfrm>
            <a:off x="952500" y="965200"/>
            <a:ext cx="10287000" cy="1960880"/>
          </a:xfrm>
          <a:prstGeom prst="rect">
            <a:avLst/>
          </a:prstGeom>
        </p:spPr>
      </p:pic>
      <p:sp>
        <p:nvSpPr>
          <p:cNvPr id="2" name="사각형: 잘린 대각선 방향 모서리 1">
            <a:extLst>
              <a:ext uri="{FF2B5EF4-FFF2-40B4-BE49-F238E27FC236}">
                <a16:creationId xmlns:a16="http://schemas.microsoft.com/office/drawing/2014/main" id="{DBD8882A-EB9C-4A6A-AF5B-D0EFA3CE7307}"/>
              </a:ext>
            </a:extLst>
          </p:cNvPr>
          <p:cNvSpPr/>
          <p:nvPr/>
        </p:nvSpPr>
        <p:spPr>
          <a:xfrm>
            <a:off x="3552154" y="1451746"/>
            <a:ext cx="5041670" cy="1209040"/>
          </a:xfrm>
          <a:prstGeom prst="snip2Diag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AED23-71C5-406B-BC1E-CF23E4DBF0BB}"/>
              </a:ext>
            </a:extLst>
          </p:cNvPr>
          <p:cNvSpPr txBox="1"/>
          <p:nvPr/>
        </p:nvSpPr>
        <p:spPr>
          <a:xfrm>
            <a:off x="3624810" y="1502268"/>
            <a:ext cx="494238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b="1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둔산 재건축 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선도지구 </a:t>
            </a:r>
            <a:r>
              <a:rPr lang="en-US" altLang="ko-KR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7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구역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E2CB9FF-DD9C-41C3-8F53-E769D95CD894}"/>
              </a:ext>
            </a:extLst>
          </p:cNvPr>
          <p:cNvSpPr/>
          <p:nvPr/>
        </p:nvSpPr>
        <p:spPr>
          <a:xfrm>
            <a:off x="3832976" y="2056266"/>
            <a:ext cx="4521200" cy="45719"/>
          </a:xfrm>
          <a:prstGeom prst="ellipse">
            <a:avLst/>
          </a:prstGeom>
          <a:solidFill>
            <a:schemeClr val="tx1">
              <a:lumMod val="85000"/>
              <a:lumOff val="15000"/>
              <a:alpha val="6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6A3CD1-CD4A-4A65-890E-BB9584B368ED}"/>
              </a:ext>
            </a:extLst>
          </p:cNvPr>
          <p:cNvSpPr txBox="1"/>
          <p:nvPr/>
        </p:nvSpPr>
        <p:spPr>
          <a:xfrm>
            <a:off x="3979879" y="2145545"/>
            <a:ext cx="4232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spc="-60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둔산을 선도하는 최고의 명품 주거단지로의 출발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B826374-2B1F-44BE-9AB4-DA7F3FCDA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530" y="4063195"/>
            <a:ext cx="10290940" cy="196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61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</Words>
  <Application>Microsoft Office PowerPoint</Application>
  <PresentationFormat>와이드스크린</PresentationFormat>
  <Paragraphs>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맑은 고딕</vt:lpstr>
      <vt:lpstr>에스코어 드림 5 Medium</vt:lpstr>
      <vt:lpstr>에스코어 드림 8 Heavy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</cp:revision>
  <dcterms:created xsi:type="dcterms:W3CDTF">2026-03-04T07:44:43Z</dcterms:created>
  <dcterms:modified xsi:type="dcterms:W3CDTF">2026-03-06T05:48:45Z</dcterms:modified>
</cp:coreProperties>
</file>